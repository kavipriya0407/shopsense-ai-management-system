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Calibri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Calibri"/>
              </a:rPr>
              <a:t>Rubric Weighting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95C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Functionality</c:v>
                  </c:pt>
                  <c:pt idx="1">
                    <c:v>Code Quality &amp; Architecture</c:v>
                  </c:pt>
                  <c:pt idx="2">
                    <c:v>Analytics &amp; AI</c:v>
                  </c:pt>
                  <c:pt idx="3">
                    <c:v>Docs &amp; Deployment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20</c:v>
                </c:pt>
                <c:pt idx="2">
                  <c:v>20</c:v>
                </c:pt>
                <c:pt idx="3">
                  <c:v>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95C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5"/>
        </c:scaling>
        <c:delete val="0"/>
        <c:axPos val="l"/>
        <c:majorGridlines>
          <c:spPr>
            <a:ln w="12700" cap="flat">
              <a:solidFill>
                <a:srgbClr val="E3E9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2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463040" y="475488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INFOSYS SPRINGBOARD INTERNSHIP  •  PROJECT SHOWCASE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87452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ShopSense</a:t>
            </a:r>
            <a:endParaRPr lang="en-US" sz="66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0632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Multi-Vendor E-Commerce Analytics Platform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926080" cy="0"/>
          </a:xfrm>
          <a:prstGeom prst="line">
            <a:avLst/>
          </a:prstGeom>
          <a:noFill/>
          <a:ln w="25400">
            <a:solidFill>
              <a:srgbClr val="F2B33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40690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Kavipriya 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407408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VSB Engineering College, Karur   |   Roll No: 922525243085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59893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Deployment: shopsense-ai-management-platform.vercel.app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658368" y="1170432"/>
            <a:ext cx="1005840" cy="5486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600200"/>
            <a:ext cx="566928" cy="56692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31520" y="1600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545336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1874520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Objective, scope, and technology stack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731520" y="2496312"/>
            <a:ext cx="566928" cy="56692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731520" y="24963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554480" y="244144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Roadmap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277063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milestones delivered across 8 weeks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31520" y="3392424"/>
            <a:ext cx="566928" cy="56692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731520" y="3392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554480" y="3337560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Platform Walkthrough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554480" y="366674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the brief to what's deployed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31520" y="4288536"/>
            <a:ext cx="566928" cy="56692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31520" y="428853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4233672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Analytics Features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554480" y="456285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forecasting, sentiment, RAG assistant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31520" y="5184648"/>
            <a:ext cx="566928" cy="56692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731520" y="518464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5129784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&amp; Outcomes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545896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Rubric mapping and key learnings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9052560" y="0"/>
            <a:ext cx="3139135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928116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9281160" y="306324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marketplace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into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insight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005840" cy="5486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is a multi-vendor e-commerce analytics platform that gives vendors real-time visibility into sales, inventory, and customer behaviour — enhanced with AI-driven forecasting, sentiment analysis, and a retrieval-augmented shopping assistant.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640080" y="290779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017520" y="27889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3017520" y="290779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017520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94960" y="2788920"/>
            <a:ext cx="2148840" cy="1417320"/>
          </a:xfrm>
          <a:prstGeom prst="roundRect">
            <a:avLst>
              <a:gd name="adj" fmla="val 7742"/>
            </a:avLst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394960" y="2907792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3+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5394960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Modules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45262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Stack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89204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 •  PostgreSQL / SQLite + SQLAlchemy  •  Pandas  •  Docker  •  Razorpay Payments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09560" y="1417320"/>
            <a:ext cx="3657600" cy="4846320"/>
          </a:xfrm>
          <a:prstGeom prst="roundRect">
            <a:avLst>
              <a:gd name="adj" fmla="val 3000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183880" y="164592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AT A GLANCE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83880" y="2148840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065A8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366760" y="2221992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Vendors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8366760" y="2496312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Registration, profiles, multi-store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83880" y="3008376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065A8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366760" y="3081528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&amp; Inventory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8366760" y="3355848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levels, low-stock alerts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183880" y="3867912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065A8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8366760" y="3941064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8366760" y="4215384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Razorpay-powered checkout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8183880" y="4727448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065A82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366760" y="4800600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Engine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8366760" y="5074920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Sales, forecasting, sentiment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183880" y="5586984"/>
            <a:ext cx="3108960" cy="749808"/>
          </a:xfrm>
          <a:prstGeom prst="roundRect">
            <a:avLst>
              <a:gd name="adj" fmla="val 9756"/>
            </a:avLst>
          </a:prstGeom>
          <a:solidFill>
            <a:srgbClr val="065A8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8366760" y="5660136"/>
            <a:ext cx="2788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Assistant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8366760" y="5934456"/>
            <a:ext cx="2788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E0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RAG-based customer chatbot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58368" y="1143000"/>
            <a:ext cx="1005840" cy="5486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46304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EAF4F8"/>
          </a:solidFill>
          <a:ln/>
        </p:spPr>
      </p:sp>
      <p:sp>
        <p:nvSpPr>
          <p:cNvPr id="5" name="Shape 3"/>
          <p:cNvSpPr/>
          <p:nvPr/>
        </p:nvSpPr>
        <p:spPr>
          <a:xfrm>
            <a:off x="6199632" y="1463040"/>
            <a:ext cx="5349240" cy="4846320"/>
          </a:xfrm>
          <a:prstGeom prst="roundRect">
            <a:avLst>
              <a:gd name="adj" fmla="val 1887"/>
            </a:avLst>
          </a:prstGeom>
          <a:solidFill>
            <a:srgbClr val="21295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6916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STACK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519672" y="16916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AI STACK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960120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2468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+ FastAPI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60120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960120" y="31546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/ SQLite + SQLAlchemy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3566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960120" y="38404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Containerization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96012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937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2120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Razorpay integration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519672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50" dirty="0"/>
          </a:p>
        </p:txBody>
      </p:sp>
      <p:sp>
        <p:nvSpPr>
          <p:cNvPr id="19" name="Text 17"/>
          <p:cNvSpPr txBox="1"/>
          <p:nvPr/>
        </p:nvSpPr>
        <p:spPr>
          <a:xfrm>
            <a:off x="6519672" y="24688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/ Event-Driven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519672" y="28803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&amp; GenAI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6519672" y="31546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Scikit-Learn, MLflow, OpenAI / Gemini, LangChain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19672" y="35661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Search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519672" y="38404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Pinecone / ChromaDB / pgvector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519672" y="4251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&amp; Caching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6519672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+ Celery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6519672" y="49377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519672" y="52120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CI/CD, Docker Compose, AWS/GCP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Milestone Roadmap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milestones across 8 weeks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961388" y="257860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961388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1-2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005840" y="3611880"/>
            <a:ext cx="2423160" cy="2331720"/>
          </a:xfrm>
          <a:prstGeom prst="roundRect">
            <a:avLst>
              <a:gd name="adj" fmla="val 3922"/>
            </a:avLst>
          </a:prstGeom>
          <a:solidFill>
            <a:srgbClr val="EAF4F8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A1030">
                <a:alpha val="18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170432" y="37947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Foundation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1170432" y="448056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 schema, REST APIs, sales aggregation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86300" y="257860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686300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3639312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3-4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30752" y="3611880"/>
            <a:ext cx="242316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A1030">
                <a:alpha val="18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3895344" y="37947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&amp; Customer Intel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3895344" y="448056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alerts, segmentation, recommendations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411212" y="257860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7411212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6364224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5-6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55664" y="3611880"/>
            <a:ext cx="2423160" cy="2331720"/>
          </a:xfrm>
          <a:prstGeom prst="roundRect">
            <a:avLst>
              <a:gd name="adj" fmla="val 3922"/>
            </a:avLst>
          </a:prstGeom>
          <a:solidFill>
            <a:srgbClr val="EAF4F8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A1030">
                <a:alpha val="18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6620256" y="37947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APIs &amp; Reporting</a:t>
            </a:r>
            <a:endParaRPr lang="en-US" sz="1350" dirty="0"/>
          </a:p>
        </p:txBody>
      </p:sp>
      <p:sp>
        <p:nvSpPr>
          <p:cNvPr id="22" name="Text 20"/>
          <p:cNvSpPr txBox="1"/>
          <p:nvPr/>
        </p:nvSpPr>
        <p:spPr>
          <a:xfrm>
            <a:off x="6620256" y="448056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 dashboards, benchmarking, CSV export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136124" y="2578608"/>
            <a:ext cx="512064" cy="512064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136124" y="257860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89136" y="32461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 7-8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9180576" y="3611880"/>
            <a:ext cx="2423160" cy="2331720"/>
          </a:xfrm>
          <a:prstGeom prst="roundRect">
            <a:avLst>
              <a:gd name="adj" fmla="val 3922"/>
            </a:avLst>
          </a:prstGeom>
          <a:solidFill>
            <a:srgbClr val="F4F7FB"/>
          </a:solidFill>
          <a:ln w="12700">
            <a:solidFill>
              <a:srgbClr val="D7E3EE"/>
            </a:solidFill>
            <a:prstDash val="solid"/>
          </a:ln>
          <a:effectLst>
            <a:outerShdw sx="100000" sy="100000" kx="0" ky="0" algn="bl" rotWithShape="0" blurRad="76200" dist="25400" dir="5400000">
              <a:srgbClr val="0A1030">
                <a:alpha val="1800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345168" y="3794760"/>
            <a:ext cx="20939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&amp; Deployment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9345168" y="4480560"/>
            <a:ext cx="2093976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packaging, docs, testing, CI/CD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 •  Weeks 1-2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Marketplace Foundation &amp; Vendor Analytics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Set up the core database architecture and basic vendor management workflows.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EAF4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REQUIREMENTS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9992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28529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schema for Vendors, Products, Transactions, Customers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56616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4198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APIs for vendor registration &amp; profile management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13308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9867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to aggregate sales and revenue by vendor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70001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45537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validation across all data entry points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F2B33D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OPTIONAL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19672" y="2999232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02552" y="2852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authentication with Role-Based Access Control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9672" y="3566160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02552" y="34198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GenAI-generated SEO product descriptions &amp; tags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9672" y="4133088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02552" y="39867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Vision-model based image categorization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2  •  Weeks 3-4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Inventory Intelligence &amp; Customer Analytics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Introduce analytics, forecasting, and customer behaviour insights.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EAF4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REQUIREMENTS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9992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28529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tracking with low-stock alerts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56616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4198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SQL-based customer segmentation by spend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13308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9867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recommendations (top sellers by category)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0120" y="4700016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143000" y="455371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of analytics against historical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199632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21295C"/>
          </a:solidFill>
          <a:ln/>
        </p:spPr>
      </p:sp>
      <p:sp>
        <p:nvSpPr>
          <p:cNvPr id="19" name="Shape 17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F2B33D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068312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OPTIONAL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19672" y="2999232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02552" y="2852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ARIMA / Prophet time-series demand forecasting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9672" y="3566160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02552" y="34198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LLM-driven review sentiment analysis &amp; summaries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519672" y="4133088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702552" y="39867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Vector-embedding based semantic recommendations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3  •  Weeks 5-6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Advanced APIs &amp; Reporting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Build out reporting infrastructure and business intelligence capabilities.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EAF4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REQUIREMENTS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9992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28529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Chart-ready analytics endpoints for the frontend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56616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4198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Vendor-vs-marketplace benchmarking metrics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13308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9867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data export functionality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F2B33D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OPTIONAL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19672" y="2999232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02552" y="2852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dashboards via WebSockets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9672" y="3566160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02552" y="34198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AI shopping assistant (LangChain/LlamaIndex)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9672" y="4133088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02552" y="39867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Text-to-SQL "AI Data Analyst" for vendor queries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3444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20116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15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4  •  Weeks 7-8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75488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Optimization, Testing &amp; Deployment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Ensure the platform is production-ready, performant, and well-documented.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EAF4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1508760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REQUIREMENTS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60120" y="2999232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143000" y="2852928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 application with a working Dockerfile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60120" y="3566160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143000" y="3419856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Swagger/OpenAPI documentation via FastAPI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60120" y="4133088"/>
            <a:ext cx="82296" cy="82296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143000" y="398678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tests for core API endpoints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99632" y="2057400"/>
            <a:ext cx="5349240" cy="4343400"/>
          </a:xfrm>
          <a:prstGeom prst="roundRect">
            <a:avLst>
              <a:gd name="adj" fmla="val 2105"/>
            </a:avLst>
          </a:prstGeom>
          <a:solidFill>
            <a:srgbClr val="21295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73952" y="2286000"/>
            <a:ext cx="457200" cy="457200"/>
          </a:xfrm>
          <a:prstGeom prst="ellipse">
            <a:avLst/>
          </a:prstGeom>
          <a:solidFill>
            <a:srgbClr val="F2B33D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6473952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068312" y="23591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/ OPTIONAL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519672" y="2999232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702552" y="2852928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CI/CD pipeline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19672" y="3566160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702552" y="3419856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AI agent for weekly vendor advisories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519672" y="4133088"/>
            <a:ext cx="82296" cy="82296"/>
          </a:xfrm>
          <a:prstGeom prst="ellipse">
            <a:avLst/>
          </a:prstGeom>
          <a:solidFill>
            <a:srgbClr val="F2B33D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702552" y="3986784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deployment (AWS EC2/RDS, Render, Heroku, Vercel)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Brief to Live Platform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1005840" cy="54864"/>
          </a:xfrm>
          <a:prstGeom prst="rect">
            <a:avLst/>
          </a:prstGeom>
          <a:solidFill>
            <a:srgbClr val="F2B33D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234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shopsense-ai-management-platform.vercel.app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17830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F4F7FB"/>
          </a:solidFill>
          <a:ln w="12700">
            <a:solidFill>
              <a:srgbClr val="D7E3E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 ASKED FOR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2404872"/>
            <a:ext cx="292608" cy="29260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325880" y="233172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Multi-vendor marketplace with vendor + product + order management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14400" y="3026664"/>
            <a:ext cx="292608" cy="29260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914400" y="30266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325880" y="295351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Business-intelligence style analytics for vendors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914400" y="3648456"/>
            <a:ext cx="292608" cy="29260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914400" y="364845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357530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demand forecasting (ARIMA/Prophet)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14400" y="4270248"/>
            <a:ext cx="292608" cy="29260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914400" y="42702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1970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LLM-based review sentiment analysis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4400" y="4892040"/>
            <a:ext cx="292608" cy="29260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914400" y="4892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1325880" y="481888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AI shopping assistant chatbot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4400" y="5513832"/>
            <a:ext cx="292608" cy="292608"/>
          </a:xfrm>
          <a:prstGeom prst="ellipse">
            <a:avLst/>
          </a:prstGeom>
          <a:solidFill>
            <a:srgbClr val="EAF4F8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914400" y="55138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1325880" y="544068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Dockerized, documented, cloud-deployed API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199632" y="1783080"/>
            <a:ext cx="5349240" cy="4480560"/>
          </a:xfrm>
          <a:prstGeom prst="roundRect">
            <a:avLst>
              <a:gd name="adj" fmla="val 2041"/>
            </a:avLst>
          </a:prstGeom>
          <a:solidFill>
            <a:srgbClr val="21295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6473952" y="19659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ON VERCEL TODAY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473952" y="2404872"/>
            <a:ext cx="292608" cy="29260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28" name="Text 26"/>
          <p:cNvSpPr txBox="1"/>
          <p:nvPr/>
        </p:nvSpPr>
        <p:spPr>
          <a:xfrm>
            <a:off x="6473952" y="2404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6885432" y="23317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as “ShopSense — AI-Powered Multi-Vendor E-Commerce Analytics Platform”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473952" y="3118104"/>
            <a:ext cx="292608" cy="29260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647395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885432" y="304495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 dashboards live in production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473952" y="3831336"/>
            <a:ext cx="292608" cy="29260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6473952" y="3831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5" name="Text 33"/>
          <p:cNvSpPr txBox="1"/>
          <p:nvPr/>
        </p:nvSpPr>
        <p:spPr>
          <a:xfrm>
            <a:off x="6885432" y="375818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demand forecasting module shipped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6473952" y="4544568"/>
            <a:ext cx="292608" cy="29260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73952" y="45445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6885432" y="44714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shopping-assistant experience shipped</a:t>
            </a:r>
            <a:endParaRPr lang="en-US" sz="1150" dirty="0"/>
          </a:p>
        </p:txBody>
      </p:sp>
      <p:sp>
        <p:nvSpPr>
          <p:cNvPr id="39" name="Shape 37"/>
          <p:cNvSpPr/>
          <p:nvPr/>
        </p:nvSpPr>
        <p:spPr>
          <a:xfrm>
            <a:off x="6473952" y="5257800"/>
            <a:ext cx="292608" cy="292608"/>
          </a:xfrm>
          <a:prstGeom prst="ellipse">
            <a:avLst/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A1030">
                <a:alpha val="3500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6473952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1" name="Text 39"/>
          <p:cNvSpPr txBox="1"/>
          <p:nvPr/>
        </p:nvSpPr>
        <p:spPr>
          <a:xfrm>
            <a:off x="6885432" y="518464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publicly for demo &amp; evaluation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Rubric Alignment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58368" y="1115568"/>
            <a:ext cx="1005840" cy="54864"/>
          </a:xfrm>
          <a:prstGeom prst="rect">
            <a:avLst/>
          </a:prstGeom>
          <a:solidFill>
            <a:srgbClr val="F2B33D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640080" y="1554480"/>
          <a:ext cx="603504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03720" y="1554480"/>
            <a:ext cx="4663440" cy="4480560"/>
          </a:xfrm>
          <a:prstGeom prst="roundRect">
            <a:avLst>
              <a:gd name="adj" fmla="val 2041"/>
            </a:avLst>
          </a:prstGeom>
          <a:solidFill>
            <a:srgbClr val="EAF4F8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178040" y="17830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SHOPSENSE MAPS TO IT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78040" y="224028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Functionality (40%)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7178040" y="25146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4 milestone base APIs implemented and returning expected results</a:t>
            </a:r>
            <a:endParaRPr lang="en-US" sz="1080" dirty="0"/>
          </a:p>
        </p:txBody>
      </p:sp>
      <p:sp>
        <p:nvSpPr>
          <p:cNvPr id="9" name="Text 6"/>
          <p:cNvSpPr txBox="1"/>
          <p:nvPr/>
        </p:nvSpPr>
        <p:spPr>
          <a:xfrm>
            <a:off x="7178040" y="320040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Quality (20%)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7178040" y="34747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 FastAPI + SQLAlchemy structure with clear model relationships</a:t>
            </a:r>
            <a:endParaRPr lang="en-US" sz="1080" dirty="0"/>
          </a:p>
        </p:txBody>
      </p:sp>
      <p:sp>
        <p:nvSpPr>
          <p:cNvPr id="11" name="Text 8"/>
          <p:cNvSpPr txBox="1"/>
          <p:nvPr/>
        </p:nvSpPr>
        <p:spPr>
          <a:xfrm>
            <a:off x="7178040" y="416052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&amp; AI (20%)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7178040" y="44348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Forecasting, sentiment analysis, and RAG assistant shipped live</a:t>
            </a:r>
            <a:endParaRPr lang="en-US" sz="1080" dirty="0"/>
          </a:p>
        </p:txBody>
      </p:sp>
      <p:sp>
        <p:nvSpPr>
          <p:cNvPr id="13" name="Text 10"/>
          <p:cNvSpPr txBox="1"/>
          <p:nvPr/>
        </p:nvSpPr>
        <p:spPr>
          <a:xfrm>
            <a:off x="7178040" y="51206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&amp; Deployment (20%)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7178040" y="53949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1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docs, Dockerized build, deployed to Vercel</a:t>
            </a:r>
            <a:endParaRPr lang="en-US" sz="1080" dirty="0"/>
          </a:p>
        </p:txBody>
      </p:sp>
      <p:sp>
        <p:nvSpPr>
          <p:cNvPr id="15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 — Infosys Internship Presentation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572000" cy="45720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114800"/>
            <a:ext cx="4114800" cy="411480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0" y="2286000"/>
            <a:ext cx="121916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0" y="3337560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EA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998568" y="4160520"/>
            <a:ext cx="2194560" cy="0"/>
          </a:xfrm>
          <a:prstGeom prst="line">
            <a:avLst/>
          </a:prstGeom>
          <a:noFill/>
          <a:ln w="25400">
            <a:solidFill>
              <a:srgbClr val="F2B33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0" y="443484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9C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Kavipriya E   |   VSB Engineering College, Karur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0" y="475488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A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shopsense-ai-management-platform.vercel.app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2026-09-27T05:53:21Z</dcterms:created>
  <dcterms:modified xsi:type="dcterms:W3CDTF">2026-09-27T05:53:21Z</dcterms:modified>
</cp:coreProperties>
</file>